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This is your bank about a Rs 86,499 payment above your limit.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and checks, every 6 seconds,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each slice the real enrolled agent —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payment blocked.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Every attack — and which rule catches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One AI engine answers </a:t>
            </a:r>
            <a:r>
              <a:rPr sz="1600" b="1">
                <a:solidFill>
                  <a:srgbClr val="0F1B2D"/>
                </a:solidFill>
                <a:latin typeface="Segoe UI"/>
              </a:rPr>
              <a:t>four different questions</a:t>
            </a:r>
            <a:r>
              <a:rPr sz="1600" b="0">
                <a:solidFill>
                  <a:srgbClr val="33415C"/>
                </a:solidFill>
                <a:latin typeface="Segoe UI"/>
              </a:rPr>
              <a:t> about every 6-second slice. Each layer catches what the layer above it cannot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5728"/>
            <a:ext cx="11201400" cy="38404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450592"/>
            <a:ext cx="438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450592"/>
            <a:ext cx="33649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ATTACKER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50592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PIPELINE SEES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50592"/>
            <a:ext cx="24505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WHICH RULE CATCHES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1592" y="2450592"/>
            <a:ext cx="1307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626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843784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of a DIFFERENT person's voice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(cheap TTS, no impersonation)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843784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similarity &lt; 0.53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843784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Voice-fingerprint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1592" y="2843784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47872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71246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593591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Same tool, same-agent-timbre clone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(our Call 2 / 3 scenario)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3593591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Fingerprint MAY PASS — same timbre!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but each 4-s segment scores 0.99 synthetic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3593591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Hot-segment rule (any slice ≥ 0.90)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1592" y="3593591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(average said "real")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97680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88600"/>
                </a:solidFill>
                <a:latin typeface="Segoe UI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43400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that also fools the deepfake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(newer engine, unseen in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Deepfake score low, similarity 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4343400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Forensics: digital render → no room tone → artifact ≥ 0.85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1592" y="4343400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STEP-UP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(never auto-approve)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047488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52120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5093207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Replay of the agent's REAL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recorded audio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2312" y="5093207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Everything passes — nothing new to detect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2" y="5093207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Content fingerprint: identical audio re-sent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1592" y="5093207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43016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B2D"/>
                </a:solidFill>
                <a:latin typeface="Segoe UI"/>
              </a:rPr>
              <a:t>Layer principle:</a:t>
            </a:r>
            <a:r>
              <a:rPr sz="1250" b="0">
                <a:solidFill>
                  <a:srgbClr val="33415C"/>
                </a:solidFill>
                <a:latin typeface="Segoe UI"/>
              </a:rPr>
              <a:t> each layer covers another layer's blind spot — identity covers "wrong voice"; the segment check covers "right voice, machine words"; forensics covers "new unseen engine"; replay covers "it's just the recording".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Loss per voice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$5,700 (about Rs 4.8 lakh, FTC 2024).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50 cents.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about $66 M/yr of prevented losses. That's the five-frame model: 1.56 M risky calls x 1.33 % scams x $5,700 x 80 % caught x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~100x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a 50-cent check that catches a $5,700 theft.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&lt; 1 s per slice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 to 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