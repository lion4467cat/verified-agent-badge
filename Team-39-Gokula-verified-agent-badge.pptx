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E93C8"/>
                </a:solidFill>
              </a:rPr>
              <a:t>TEAM 39  ·  GOKULA  ·  VERIFIED-AGENT BADGE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7680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E8EFFC"/>
                </a:solidFill>
              </a:rPr>
              <a:t>UNCLONE</a:t>
            </a:r>
          </a:p>
          <a:p>
            <a:pPr algn="l">
              <a:lnSpc>
                <a:spcPct val="105000"/>
              </a:lnSpc>
            </a:pPr>
            <a:r>
              <a:rPr sz="3200" b="0">
                <a:solidFill>
                  <a:srgbClr val="CFDBF7"/>
                </a:solidFill>
              </a:rPr>
              <a:t>Verified-Agent Badge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9FB6E0"/>
                </a:solidFill>
              </a:rPr>
              <a:t>customer-side agent verifies the bank's agent on a live phone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9CFF"/>
                </a:solidFill>
              </a:rPr>
              <a:t>Try it live — https://unclone-verified-agent.onrender.com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E93C8"/>
                </a:solidFill>
              </a:rPr>
              <a:t>Source: https://github.com/https://github.com/Lion4467cat/verified-agent-badge/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729A"/>
                </a:solidFill>
              </a:rPr>
              <a:t>UNCLONE Track 3  ·  Day 1 + Day 2 (combined)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40080" y="2194560"/>
            <a:ext cx="10880640" cy="19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Verified-Agent Badge</a:t>
            </a:r>
            <a:endParaRPr lang="en-IN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2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customer-side agent verification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599"/>
              </a:spcBef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UNCLONE Track 3  ·  Day 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6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1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Problem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640080" y="1828800"/>
            <a:ext cx="685728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Who: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a retail bank customer. Phone rings: “This is your bank's verification desk about a transaction of ₹86,499 on your card, above your limit.”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The moment someone tries to fool them: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the “bank agent” on the line is an imposter — a live-cloned voice that sounds exactly like the real bank assistant, walking the customer into approving the payment or reading an OTP.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Why now: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voice AI makes convincing real-time clones cheap; caller ID is spoofable, “the bank never asks for X” advice fails when the caller sounds like the bank. The customer has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no way to verify who is speaking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Stakes: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one approval on a high-value/suspicious transaction = money gone, and the customer did everything “right”.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7984800" y="281520"/>
            <a:ext cx="3447000" cy="6218640"/>
          </a:xfrm>
          <a:prstGeom prst="rect">
            <a:avLst/>
          </a:prstGeom>
          <a:noFill/>
          <a:ln w="3816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7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2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Solution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640080" y="1828800"/>
            <a:ext cx="68572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Verified-Agent Badge —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the user side verifies the bank's agent. (Bank's own agent already authenticates us; nobody authenticates it.)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The customer's side runs an AI agent that checks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every spoken turn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 of the call against the enrolled, known voice of the genuine bank assistant.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The badge drives the decision: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green = conversation may proceed to the transaction step; red = transaction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held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, customer warned, call escalated.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Two scenarios, both live in the prototype: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Call 1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 above-limit (genuine agent → PROCEEDS),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Call 2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 suspicious (imposter hijack → HELD).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Zero customer effort: verification happens automatically on their side of the line.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7" descr="verdict-green.png"/>
          <p:cNvPicPr/>
          <p:nvPr/>
        </p:nvPicPr>
        <p:blipFill>
          <a:blip r:embed="rId1"/>
          <a:stretch/>
        </p:blipFill>
        <p:spPr>
          <a:xfrm>
            <a:off x="7726680" y="2788920"/>
            <a:ext cx="3931200" cy="1315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77" name="Rectangle 1"/>
          <p:cNvSpPr/>
          <p:nvPr/>
        </p:nvSpPr>
        <p:spPr>
          <a:xfrm>
            <a:off x="0" y="72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3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DetectifAI (tools disclosed here per rules 5.2)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169560" y="1656720"/>
            <a:ext cx="68572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Both APIs, one call: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DetectifAI POST /v1/speakers/verify with detect_deepfake=true → speaker verification (matches the caller against enrolled bank_agent_1) and deepfake detection (is this speech AI-generated?) per turn.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Where it sits: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middle of the call flow — browser call screen → FastAPI backend → DetectifAI → badge verdict → transaction decision. Taken out of the product, the badge has nothing to stand on and the product stops existing.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The decision it drives: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match + genuine → approve (PROCEEDS); no_match or synthetic → block (transaction held, warn customer).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Live results from the prototype today: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genuine voice → match, similarity 0.987 (thr 0.53), deepfake real 0.008 (thr 0.62); attacker TTS → no_match, 0.151, deepfake synthetic 0.999, per-4s synthetic segments flagged.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Tools used: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DetectifAI (verify + deepfake detection) · FastAPI/Python · edge-tts (team-generated attacker voice) · ffmpeg · Render · GitHub · built with an AI coding assistant (Codebuff/Claude Code).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7" descr="compare-viz.png"/>
          <p:cNvPicPr/>
          <p:nvPr/>
        </p:nvPicPr>
        <p:blipFill>
          <a:blip r:embed="rId1"/>
          <a:stretch/>
        </p:blipFill>
        <p:spPr>
          <a:xfrm>
            <a:off x="6990480" y="2203200"/>
            <a:ext cx="5091120" cy="2088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8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4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Impact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640080" y="1828800"/>
            <a:ext cx="68572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Who it protects: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every customer on an outbound bank/NBFC/insurer verification call — the exact fraud moment DetectifAI itself was founded on.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What changes: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the imposter call ends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before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 the customer speaks a single secret; the genuine call gets a visible trust signal instead of anxiety.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Measured on the working prototype: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~2.5 s end-to-end per spoken turn; both decisions demonstrated live (approve 0.987 vs hold on 0.999-synthetic clone); no hardware, no customer onboarding beyond voice enrollment (15–60 s).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False-alarm posture: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red never locks the customer out — it steps up to an alternate verified channel (in-app confirmation), so friction is bounded.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7" descr="verdict-red.png"/>
          <p:cNvPicPr/>
          <p:nvPr/>
        </p:nvPicPr>
        <p:blipFill>
          <a:blip r:embed="rId1"/>
          <a:stretch/>
        </p:blipFill>
        <p:spPr>
          <a:xfrm>
            <a:off x="7726680" y="2788920"/>
            <a:ext cx="3931200" cy="1289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9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5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Scale (incl. Day 2 plan)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640080" y="1828800"/>
            <a:ext cx="109720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6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Day 2 plan </a:t>
            </a:r>
            <a:r>
              <a:rPr lang="en-US" sz="16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(nine hours, judge-gap driven):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1. Streaming deepfake check —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feed the live call's audio continuously (DetectifAI's segment scoring already visualised in the UI) instead of per turn; deeper use of the API.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2. Verified-badge handshake —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extend to agent-to-agent: any voice agent presents/enrolls its voice; a protocol-level “verified agent” attestation both directions.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3. Phone channel path —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bridge the same check to PSTN/WhatsApp-audio calls (audio in → same API → same badge).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Scale: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per-turn check costs 50+50 credits and ~2.5 s today — cheap enough to run on every suspicious transaction; enrollment reuses banks' existing voice-consent flows; the badge client is one API wrapper any call surface can embed.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640080" y="571500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Demo link (no login): </a:t>
            </a:r>
            <a:r>
              <a:rPr lang="en-US" sz="17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https://unclone-verified-agent.onrender.com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The phone scam no amount of care can stop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33415C"/>
                </a:solidFill>
                <a:latin typeface="Segoe UI"/>
              </a:rPr>
              <a:t>Your phone rings. </a:t>
            </a:r>
            <a:r>
              <a:rPr sz="1900" b="1">
                <a:solidFill>
                  <a:srgbClr val="0F1B2D"/>
                </a:solidFill>
                <a:latin typeface="Segoe UI"/>
              </a:rPr>
              <a:t>This is your bank about a Rs 86,499 payment above your limit.</a:t>
            </a:r>
            <a:r>
              <a:rPr sz="1900" b="0">
                <a:solidFill>
                  <a:srgbClr val="33415C"/>
                </a:solidFill>
                <a:latin typeface="Segoe UI"/>
              </a:rPr>
              <a:t> Name right, details right, voice right.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415C"/>
                </a:solidFill>
                <a:latin typeface="Segoe UI"/>
              </a:rPr>
              <a:t>The voice is a </a:t>
            </a:r>
            <a:r>
              <a:rPr sz="1700" b="1">
                <a:solidFill>
                  <a:srgbClr val="0F1B2D"/>
                </a:solidFill>
                <a:latin typeface="Segoe UI"/>
              </a:rPr>
              <a:t>computer clone</a:t>
            </a:r>
            <a:r>
              <a:rPr sz="1700" b="0">
                <a:solidFill>
                  <a:srgbClr val="33415C"/>
                </a:solidFill>
                <a:latin typeface="Segoe UI"/>
              </a:rPr>
              <a:t> of the bank's agent. You cannot tell — no amount of care on your side helps.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415C"/>
                </a:solidFill>
                <a:latin typeface="Segoe UI"/>
              </a:rPr>
              <a:t>The old guardrails are dead: caller ID is faked, the caller knows everything, and </a:t>
            </a:r>
            <a:r>
              <a:rPr sz="1700" b="1">
                <a:solidFill>
                  <a:srgbClr val="0F1B2D"/>
                </a:solidFill>
                <a:latin typeface="Segoe UI"/>
              </a:rPr>
              <a:t>they don't need you to tell them anything</a:t>
            </a:r>
            <a:r>
              <a:rPr sz="1700" b="0">
                <a:solidFill>
                  <a:srgbClr val="33415C"/>
                </a:solidFill>
                <a:latin typeface="Segoe UI"/>
              </a:rPr>
              <a:t> — they need you to agree.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415C"/>
                </a:solidFill>
                <a:latin typeface="Segoe UI"/>
              </a:rPr>
              <a:t>Our idea: </a:t>
            </a:r>
            <a:r>
              <a:rPr sz="1700" b="1">
                <a:solidFill>
                  <a:srgbClr val="0F1B2D"/>
                </a:solidFill>
                <a:latin typeface="Segoe UI"/>
              </a:rPr>
              <a:t>let the customer verify the caller.</a:t>
            </a:r>
            <a:r>
              <a:rPr sz="1700" b="0">
                <a:solidFill>
                  <a:srgbClr val="33415C"/>
                </a:solidFill>
                <a:latin typeface="Segoe UI"/>
              </a:rPr>
              <a:t> Nobody is on the customer's side of the call today. We 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A traffic light for the phone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33415C"/>
                </a:solidFill>
                <a:latin typeface="Segoe UI"/>
              </a:rPr>
              <a:t>An app on </a:t>
            </a:r>
            <a:r>
              <a:rPr sz="1550" b="1">
                <a:solidFill>
                  <a:srgbClr val="0F1B2D"/>
                </a:solidFill>
                <a:latin typeface="Segoe UI"/>
              </a:rPr>
              <a:t>your</a:t>
            </a:r>
            <a:r>
              <a:rPr sz="1550" b="0">
                <a:solidFill>
                  <a:srgbClr val="33415C"/>
                </a:solidFill>
                <a:latin typeface="Segoe UI"/>
              </a:rPr>
              <a:t> side of the call checks the audio it is given — the demo runs recorded call clips and your live mic through it, every 6 seconds: </a:t>
            </a:r>
            <a:r>
              <a:rPr sz="1550" b="1">
                <a:solidFill>
                  <a:srgbClr val="0F1B2D"/>
                </a:solidFill>
                <a:latin typeface="Segoe UI"/>
              </a:rPr>
              <a:t>is each slice the real enrolled agent, or a machine copying them?</a:t>
            </a:r>
            <a:r>
              <a:rPr sz="1550" b="0">
                <a:solidFill>
                  <a:srgbClr val="33415C"/>
                </a:solidFill>
                <a:latin typeface="Segoe UI"/>
              </a:rPr>
              <a:t> (Capturing the phone line itself is the next version.)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3520440" cy="1234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3136392"/>
            <a:ext cx="292608" cy="292608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072384"/>
            <a:ext cx="28346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9F6E"/>
                </a:solidFill>
                <a:latin typeface="Segoe UI"/>
              </a:rPr>
              <a:t>GREEN · GO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33415C"/>
                </a:solidFill>
                <a:latin typeface="Segoe UI"/>
              </a:rPr>
              <a:t>Real agent voice, no machine parts. Carry on with the 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71800"/>
            <a:ext cx="3520440" cy="1234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7992" y="3136392"/>
            <a:ext cx="292608" cy="292608"/>
          </a:xfrm>
          <a:prstGeom prst="ellipse">
            <a:avLst/>
          </a:prstGeom>
          <a:solidFill>
            <a:srgbClr val="C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3072384"/>
            <a:ext cx="28346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88600"/>
                </a:solidFill>
                <a:latin typeface="Segoe UI"/>
              </a:rPr>
              <a:t>AMBER · DOUBLE-CHECK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33415C"/>
                </a:solidFill>
                <a:latin typeface="Segoe UI"/>
              </a:rPr>
              <a:t>Can't be sure. Confirm the payment in the app instead.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971800"/>
            <a:ext cx="3566160" cy="1234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65592" y="3136392"/>
            <a:ext cx="292608" cy="292608"/>
          </a:xfrm>
          <a:prstGeom prst="ellipse">
            <a:avLst/>
          </a:prstGeom>
          <a:solidFill>
            <a:srgbClr val="D6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3072384"/>
            <a:ext cx="28803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94B"/>
                </a:solidFill>
                <a:latin typeface="Segoe UI"/>
              </a:rPr>
              <a:t>RED · STOP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33415C"/>
                </a:solidFill>
                <a:latin typeface="Segoe UI"/>
              </a:rPr>
              <a:t>A fake was caught. The call is cut, the payment blocked.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15C"/>
                </a:solidFill>
                <a:latin typeface="Segoe UI"/>
              </a:rPr>
              <a:t>The red light is not a warning — </a:t>
            </a:r>
            <a:r>
              <a:rPr sz="1600" b="1">
                <a:solidFill>
                  <a:srgbClr val="0F1B2D"/>
                </a:solidFill>
                <a:latin typeface="Segoe UI"/>
              </a:rPr>
              <a:t>watch the demo: the audio stops mid-sentence</a:t>
            </a:r>
            <a:r>
              <a:rPr sz="1600" b="0">
                <a:solidFill>
                  <a:srgbClr val="33415C"/>
                </a:solidFill>
                <a:latin typeface="Segoe UI"/>
              </a:rPr>
              <a:t> and the transaction flips to payment blocked.</a:t>
            </a:r>
          </a:p>
          <a:p>
            <a:r>
              <a:rPr sz="1400" b="0">
                <a:solidFill>
                  <a:srgbClr val="64748B"/>
                </a:solidFill>
                <a:latin typeface="Segoe UI"/>
              </a:rPr>
              <a:t>And it works on voices it has never heard: our judges can enrol their own voice and try it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3 · 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Every attack — and which rule catches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15C"/>
                </a:solidFill>
                <a:latin typeface="Segoe UI"/>
              </a:rPr>
              <a:t>Four checks per 6-second slice: </a:t>
            </a:r>
            <a:r>
              <a:rPr sz="1600" b="1">
                <a:solidFill>
                  <a:srgbClr val="0F1B2D"/>
                </a:solidFill>
                <a:latin typeface="Segoe UI"/>
              </a:rPr>
              <a:t>two AI-model questions</a:t>
            </a:r>
            <a:r>
              <a:rPr sz="1600" b="0">
                <a:solidFill>
                  <a:srgbClr val="33415C"/>
                </a:solidFill>
                <a:latin typeface="Segoe UI"/>
              </a:rPr>
              <a:t> (identity, machine-voice) plus </a:t>
            </a:r>
            <a:r>
              <a:rPr sz="1600" b="1">
                <a:solidFill>
                  <a:srgbClr val="0F1B2D"/>
                </a:solidFill>
                <a:latin typeface="Segoe UI"/>
              </a:rPr>
              <a:t>two app-side checks</a:t>
            </a:r>
            <a:r>
              <a:rPr sz="1600" b="0">
                <a:solidFill>
                  <a:srgbClr val="33415C"/>
                </a:solidFill>
                <a:latin typeface="Segoe UI"/>
              </a:rPr>
              <a:t> (room-tone forensics, replay). Each targets a different failure mode.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95728"/>
            <a:ext cx="11201400" cy="38404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2450592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450592"/>
            <a:ext cx="33649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WHAT THE ATTACKER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450592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WHAT THE PIPELINE SEES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2" y="2450592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WHICH RULE CATCHES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1592" y="2450592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98064"/>
            <a:ext cx="11201400" cy="713231"/>
          </a:xfrm>
          <a:prstGeom prst="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96265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6394B"/>
                </a:solidFill>
                <a:latin typeface="Segoe U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843784"/>
            <a:ext cx="334670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Clone of a DIFFERENT person's voice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(cheap TTS — our Call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843784"/>
            <a:ext cx="2980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similarity 0.13 « 0.53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2843784"/>
            <a:ext cx="243230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Voice-fingerprint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1592" y="2843784"/>
            <a:ext cx="12893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D6394B"/>
                </a:solidFill>
                <a:latin typeface="Segoe UI"/>
              </a:rPr>
              <a:t>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47872"/>
            <a:ext cx="11201400" cy="713231"/>
          </a:xfrm>
          <a:prstGeom prst="rect">
            <a:avLst/>
          </a:prstGeom>
          <a:solidFill>
            <a:srgbClr val="E7EEF6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712463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6394B"/>
                </a:solidFill>
                <a:latin typeface="Segoe UI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3593591"/>
            <a:ext cx="334670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Same-agent-timbre clone that fools identity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(0.77 — our Call 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3593591"/>
            <a:ext cx="2980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Identity PASSES, average says "real"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but one 4-s segment scores 0.99 synthetic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3593591"/>
            <a:ext cx="243230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Hot-segment rule (any slice ≥ 0.90)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1592" y="3593591"/>
            <a:ext cx="12893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D6394B"/>
                </a:solidFill>
                <a:latin typeface="Segoe UI"/>
              </a:rPr>
              <a:t>HOLD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D6394B"/>
                </a:solidFill>
                <a:latin typeface="Segoe UI"/>
              </a:rPr>
              <a:t>(worst segment, not average)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97680"/>
            <a:ext cx="11201400" cy="713231"/>
          </a:xfrm>
          <a:prstGeom prst="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4622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88600"/>
                </a:solidFill>
                <a:latin typeface="Segoe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4343400"/>
            <a:ext cx="334670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Clone that also fools the deepfake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(newer engine, unseen in training)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4343400"/>
            <a:ext cx="2980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Deepfake score low, similarity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4343400"/>
            <a:ext cx="243230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Forensics clue (app-side): a digital render has no room tone → artifact ≥ 0.85 (PCM WAV only)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1592" y="4343400"/>
            <a:ext cx="12893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C88600"/>
                </a:solidFill>
                <a:latin typeface="Segoe UI"/>
              </a:rPr>
              <a:t>STEP-UP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C88600"/>
                </a:solidFill>
                <a:latin typeface="Segoe UI"/>
              </a:rPr>
              <a:t>(never auto-approve)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047488"/>
            <a:ext cx="11201400" cy="713231"/>
          </a:xfrm>
          <a:prstGeom prst="rect">
            <a:avLst/>
          </a:prstGeom>
          <a:solidFill>
            <a:srgbClr val="E7EEF6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5212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6394B"/>
                </a:solidFill>
                <a:latin typeface="Segoe UI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5093207"/>
            <a:ext cx="334670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Replay of the agent's REAL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recorded audio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5093207"/>
            <a:ext cx="2980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Everything passes — nothing new to detect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1272" y="5093207"/>
            <a:ext cx="243230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Content fingerprint: identical audio re-sent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1592" y="5093207"/>
            <a:ext cx="12893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D6394B"/>
                </a:solidFill>
                <a:latin typeface="Segoe UI"/>
              </a:rPr>
              <a:t>HOLD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43016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B2D"/>
                </a:solidFill>
                <a:latin typeface="Segoe UI"/>
              </a:rPr>
              <a:t>Layer principle:</a:t>
            </a:r>
            <a:r>
              <a:rPr sz="1250" b="0">
                <a:solidFill>
                  <a:srgbClr val="33415C"/>
                </a:solidFill>
                <a:latin typeface="Segoe UI"/>
              </a:rPr>
              <a:t> each check targets a failure mode the others miss — identity catches "wrong voice"; the segment check catches "right voice, machine words"; forensics adds a best-effort room-tone backstop for new unseen engines; replay catches "it's just the recording".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4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What one caught call is worth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1B2D"/>
                </a:solidFill>
                <a:latin typeface="Segoe UI"/>
              </a:rPr>
              <a:t>Median loss per imposter scam:  </a:t>
            </a:r>
            <a:r>
              <a:rPr sz="1800" b="0">
                <a:solidFill>
                  <a:srgbClr val="33415C"/>
                </a:solidFill>
                <a:latin typeface="Segoe UI"/>
              </a:rPr>
              <a:t>$800 (FTC 2024 Data Book). Bank-wire scams skew higher — this is the conservative anchor.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B2D"/>
                </a:solidFill>
                <a:latin typeface="Segoe UI"/>
              </a:rPr>
              <a:t>Cost to check a risky call:  </a:t>
            </a:r>
            <a:r>
              <a:rPr sz="1800" b="0">
                <a:solidFill>
                  <a:srgbClr val="33415C"/>
                </a:solidFill>
                <a:latin typeface="Segoe UI"/>
              </a:rPr>
              <a:t>about 45 cents — spent only on flagged calls, never on all traffic.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At one big bank scale:  </a:t>
            </a:r>
            <a:r>
              <a:rPr sz="1700" b="0">
                <a:solidFill>
                  <a:srgbClr val="33415C"/>
                </a:solidFill>
                <a:latin typeface="Segoe UI"/>
              </a:rPr>
              <a:t>about $9.3 M/yr of prevented losses. That's the five-frame model: 1.56 M risky calls x 1.33 % scams x $800 x 80 % caught x 70 % stopped.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False alarms are cheap:  </a:t>
            </a:r>
            <a:r>
              <a:rPr sz="1700" b="0">
                <a:solidFill>
                  <a:srgbClr val="33415C"/>
                </a:solidFill>
                <a:latin typeface="Segoe UI"/>
              </a:rPr>
              <a:t>worst case, the customer confirms in the app. Nobody is ever locked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2331720"/>
            <a:ext cx="4114800" cy="2377440"/>
          </a:xfrm>
          <a:prstGeom prst="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56032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>
                <a:solidFill>
                  <a:srgbClr val="0E9F6E"/>
                </a:solidFill>
                <a:latin typeface="Segoe UI"/>
              </a:rPr>
              <a:t>~13x</a:t>
            </a:r>
          </a:p>
          <a:p>
            <a:r>
              <a:rPr sz="1300" b="0">
                <a:solidFill>
                  <a:srgbClr val="33415C"/>
                </a:solidFill>
                <a:latin typeface="Segoe UI"/>
              </a:rPr>
              <a:t>return on the checking cost: about $700 K/yr of checks prevents ~$9.3 M of scams — roughly $42 per fraud caught, $60 per prevented, against an $800 median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50292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4748B"/>
                </a:solidFill>
                <a:latin typeface="Segoe UI"/>
              </a:rPr>
              <a:t>Latency: p50 ~ 0.6 s per slice (p95 ~ 2.6 s) on the deployed build — inside the decision window.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5 ·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Banks pay for it — and starting needs zero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Who pays:  </a:t>
            </a:r>
            <a:r>
              <a:rPr sz="1700" b="0">
                <a:solidFill>
                  <a:srgbClr val="33415C"/>
                </a:solidFill>
                <a:latin typeface="Segoe UI"/>
              </a:rPr>
              <a:t>the bank's fraud team. A bank can't stop a </a:t>
            </a:r>
            <a:r>
              <a:rPr sz="1700" b="1">
                <a:solidFill>
                  <a:srgbClr val="0F1B2D"/>
                </a:solidFill>
                <a:latin typeface="Segoe UI"/>
              </a:rPr>
              <a:t>perfect clone</a:t>
            </a:r>
            <a:r>
              <a:rPr sz="1700" b="0">
                <a:solidFill>
                  <a:srgbClr val="33415C"/>
                </a:solidFill>
                <a:latin typeface="Segoe UI"/>
              </a:rPr>
              <a:t> from inside its own call centre — the clone is its own agent's voice. Only the </a:t>
            </a:r>
            <a:r>
              <a:rPr sz="1700" b="1">
                <a:solidFill>
                  <a:srgbClr val="0F1B2D"/>
                </a:solidFill>
                <a:latin typeface="Segoe UI"/>
              </a:rPr>
              <a:t>customer's side</a:t>
            </a:r>
            <a:r>
              <a:rPr sz="1700" b="0">
                <a:solidFill>
                  <a:srgbClr val="33415C"/>
                </a:solidFill>
                <a:latin typeface="Segoe UI"/>
              </a:rPr>
              <a:t> can.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Starting takes a day, not a dataset:  </a:t>
            </a:r>
            <a:r>
              <a:rPr sz="1700" b="0">
                <a:solidFill>
                  <a:srgbClr val="33415C"/>
                </a:solidFill>
                <a:latin typeface="Segoe UI"/>
              </a:rPr>
              <a:t>banks already record their agents for compliance. Take </a:t>
            </a:r>
            <a:r>
              <a:rPr sz="1700" b="1">
                <a:solidFill>
                  <a:srgbClr val="0F1B2D"/>
                </a:solidFill>
                <a:latin typeface="Segoe UI"/>
              </a:rPr>
              <a:t>15 to 60 s of that recording</a:t>
            </a:r>
            <a:r>
              <a:rPr sz="1700" b="0">
                <a:solidFill>
                  <a:srgbClr val="33415C"/>
                </a:solidFill>
                <a:latin typeface="Segoe UI"/>
              </a:rPr>
              <a:t>, enrol it — done. </a:t>
            </a:r>
            <a:r>
              <a:rPr sz="1700" b="1">
                <a:solidFill>
                  <a:srgbClr val="0F1B2D"/>
                </a:solidFill>
                <a:latin typeface="Segoe UI"/>
              </a:rPr>
              <a:t>We train nothing.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The honest scoreboard:  </a:t>
            </a:r>
            <a:r>
              <a:rPr sz="1700" b="0">
                <a:solidFill>
                  <a:srgbClr val="33415C"/>
                </a:solidFill>
                <a:latin typeface="Segoe UI"/>
              </a:rPr>
              <a:t>live now — 3 attacked calls + your own voice. Attacks are </a:t>
            </a:r>
            <a:r>
              <a:rPr sz="1700" b="1">
                <a:solidFill>
                  <a:srgbClr val="0F1B2D"/>
                </a:solidFill>
                <a:latin typeface="Segoe UI"/>
              </a:rPr>
              <a:t>held</a:t>
            </a:r>
            <a:r>
              <a:rPr sz="1700" b="0">
                <a:solidFill>
                  <a:srgbClr val="33415C"/>
                </a:solidFill>
                <a:latin typeface="Segoe UI"/>
              </a:rPr>
              <a:t> (red, call cut); errors and missing evidence fail safe (amber step-up) — neither ever auto-approves. Next — the phone-network version. We say which is which.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First pilot:  </a:t>
            </a:r>
            <a:r>
              <a:rPr sz="1700" b="0">
                <a:solidFill>
                  <a:srgbClr val="33415C"/>
                </a:solidFill>
                <a:latin typeface="Segoe UI"/>
              </a:rPr>
              <a:t>6 weeks, flagged calls only. Success = one caught scam with the full evidence log shown — then 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E93C8"/>
                </a:solidFill>
              </a:rPr>
              <a:t>SLIDE  ·  SOURCE &amp; 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7680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EFFC"/>
                </a:solidFill>
              </a:rPr>
              <a:t>Project:  </a:t>
            </a:r>
            <a:r>
              <a:rPr sz="1600" b="0">
                <a:solidFill>
                  <a:srgbClr val="CFDBF7"/>
                </a:solidFill>
              </a:rPr>
              <a:t>UNCLONE — Verified-Agent Badge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8EFFC"/>
                </a:solidFill>
              </a:rPr>
              <a:t>Team:  </a:t>
            </a:r>
            <a:r>
              <a:rPr sz="1600" b="0">
                <a:solidFill>
                  <a:srgbClr val="CFDBF7"/>
                </a:solidFill>
              </a:rPr>
              <a:t>Team 39 — Gokula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8EFFC"/>
                </a:solidFill>
              </a:rPr>
              <a:t>What it does:  </a:t>
            </a:r>
            <a:r>
              <a:rPr sz="1600" b="0">
                <a:solidFill>
                  <a:srgbClr val="CFDBF7"/>
                </a:solidFill>
              </a:rPr>
              <a:t>customer-side agent verifies the bank's agent on a live phone call, every 6 seconds, before any money moves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8EFFC"/>
                </a:solidFill>
              </a:rPr>
              <a:t>Try it live:  </a:t>
            </a:r>
            <a:r>
              <a:rPr sz="1600" b="0">
                <a:solidFill>
                  <a:srgbClr val="5B9CFF"/>
                </a:solidFill>
              </a:rPr>
              <a:t>https://unclone-verified-agent.onrender.com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8EFFC"/>
                </a:solidFill>
              </a:rPr>
              <a:t>Source code:  </a:t>
            </a:r>
            <a:r>
              <a:rPr sz="1600" b="0">
                <a:solidFill>
                  <a:srgbClr val="5B9CFF"/>
                </a:solidFill>
              </a:rPr>
              <a:t>https://github.com/https://github.com/Lion4467cat/verified-agent-badge/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8EFFC"/>
                </a:solidFill>
              </a:rPr>
              <a:t>Built with:  </a:t>
            </a:r>
            <a:r>
              <a:rPr sz="1600" b="0">
                <a:solidFill>
                  <a:srgbClr val="CFDBF7"/>
                </a:solidFill>
              </a:rPr>
              <a:t>DetectifAI (speaker verification + deepfake detection), FastAPI, Python, edge-tts (team-generated attacker voice), ffmpeg, Render,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FA3C8"/>
                </a:solidFill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