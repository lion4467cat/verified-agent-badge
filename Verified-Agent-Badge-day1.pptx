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F2E6CF9-CCA0-4697-A66C-D8C92A60D6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E955133-2F5D-4421-A742-7C350CAE0A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5674F5A-9876-4729-B174-15BBD5186A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B8A44CB-8B6F-40DB-B602-7E8DFC9FE0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0EA188B-DE89-4574-BC06-D70FFC8949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2D3C81B-027B-494B-92AB-42098AF960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61C0F74-74F2-46A5-8B9A-B53FA32C3E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1AF1EE5-CC30-4C88-8074-2262BBBC24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5ACE109-65C5-4636-861C-0EB7D9CB7B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7EDC47A-CE47-4481-BBD1-0497F78EE7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4312DB3-C617-472F-8B6F-43BE993E39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640080" y="2194560"/>
            <a:ext cx="10880640" cy="19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6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Verified-Agent Badge</a:t>
            </a:r>
            <a:endParaRPr lang="en-IN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2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customer-side agent verification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599"/>
              </a:spcBef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UNCLONE Track 3  ·  Day 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640080" y="384120"/>
            <a:ext cx="10514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9F6E"/>
                </a:solidFill>
                <a:effectLst/>
                <a:uFillTx/>
                <a:latin typeface="Segoe UI"/>
              </a:rPr>
              <a:t>SLIDE 1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621720" y="71316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Problem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4"/>
          <p:cNvSpPr/>
          <p:nvPr/>
        </p:nvSpPr>
        <p:spPr>
          <a:xfrm>
            <a:off x="658440" y="1481400"/>
            <a:ext cx="913680" cy="45000"/>
          </a:xfrm>
          <a:prstGeom prst="rect">
            <a:avLst/>
          </a:prstGeom>
          <a:solidFill>
            <a:srgbClr val="0E9F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640080" y="63824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Judge link: https://unclone-verified-agent.onrender.com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6"/>
          <p:cNvSpPr/>
          <p:nvPr/>
        </p:nvSpPr>
        <p:spPr>
          <a:xfrm>
            <a:off x="640080" y="1828800"/>
            <a:ext cx="685728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Who: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a retail bank customer. Phone rings: “This is your bank's verification desk about a transaction of ₹86,499 on your card, above your limit.”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The moment someone tries to fool them: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the “bank agent” on the line is an imposter — a live-cloned voice that sounds exactly like the real bank assistant, walking the customer into approving the payment or reading an OTP.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Why now: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voice AI makes convincing real-time clones cheap; caller ID is spoofable, “the bank never asks for X” advice fails when the caller sounds like the bank. The customer has </a:t>
            </a: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no way to verify who is speaking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Stakes: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one approval on a high-value/suspicious transaction = money gone, and the customer did everything “right”.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7984800" y="281520"/>
            <a:ext cx="3447000" cy="62186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640080" y="384120"/>
            <a:ext cx="10514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9F6E"/>
                </a:solidFill>
                <a:effectLst/>
                <a:uFillTx/>
                <a:latin typeface="Segoe UI"/>
              </a:rPr>
              <a:t>SLIDE 2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621720" y="71316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Solution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4"/>
          <p:cNvSpPr/>
          <p:nvPr/>
        </p:nvSpPr>
        <p:spPr>
          <a:xfrm>
            <a:off x="658440" y="1481400"/>
            <a:ext cx="913680" cy="45000"/>
          </a:xfrm>
          <a:prstGeom prst="rect">
            <a:avLst/>
          </a:prstGeom>
          <a:solidFill>
            <a:srgbClr val="0E9F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640080" y="63824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Judge link: https://unclone-verified-agent.onrender.com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640080" y="1828800"/>
            <a:ext cx="68572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Verified-Agent Badge —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the user side verifies the bank's agent. (Bank's own agent already authenticates us; nobody authenticates it.)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The customer's side runs an AI agent that checks </a:t>
            </a: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every spoken turn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 of the call against the enrolled, known voice of the genuine bank assistant.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The badge drives the decision: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green = conversation may proceed to the transaction step; red = transaction </a:t>
            </a: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held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, customer warned, call escalated.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Two scenarios, both live in the prototype: </a:t>
            </a: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Call 1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 above-limit (genuine agent → PROCEEDS), </a:t>
            </a: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Call 2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 suspicious (imposter hijack → HELD).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Zero customer effort: verification happens automatically on their side of the line.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7" descr="verdict-green.png"/>
          <p:cNvPicPr/>
          <p:nvPr/>
        </p:nvPicPr>
        <p:blipFill>
          <a:blip r:embed="rId1"/>
          <a:stretch/>
        </p:blipFill>
        <p:spPr>
          <a:xfrm>
            <a:off x="7726680" y="2788920"/>
            <a:ext cx="3931200" cy="131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72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640080" y="384120"/>
            <a:ext cx="10514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9F6E"/>
                </a:solidFill>
                <a:effectLst/>
                <a:uFillTx/>
                <a:latin typeface="Segoe UI"/>
              </a:rPr>
              <a:t>SLIDE 3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621720" y="71316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DetectifAI (tools disclosed here per rules 5.2)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4"/>
          <p:cNvSpPr/>
          <p:nvPr/>
        </p:nvSpPr>
        <p:spPr>
          <a:xfrm>
            <a:off x="658440" y="1481400"/>
            <a:ext cx="913680" cy="45000"/>
          </a:xfrm>
          <a:prstGeom prst="rect">
            <a:avLst/>
          </a:prstGeom>
          <a:solidFill>
            <a:srgbClr val="0E9F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640080" y="63824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Judge link: https://unclone-verified-agent.onrender.com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169560" y="1656720"/>
            <a:ext cx="68572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Both APIs, one call: </a:t>
            </a:r>
            <a:r>
              <a:rPr lang="en-US" sz="14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DetectifAI POST /v1/speakers/verify with detect_deepfake=true → speaker verification (matches the caller against enrolled bank_agent_1) and deepfake detection (is this speech AI-generated?) per turn.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Where it sits: </a:t>
            </a:r>
            <a:r>
              <a:rPr lang="en-US" sz="14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middle of the call flow — browser call screen → FastAPI backend → DetectifAI → badge verdict → transaction decision. Taken out of the product, the badge has nothing to stand on and the product stops existing.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The decision it drives: </a:t>
            </a:r>
            <a:r>
              <a:rPr lang="en-US" sz="14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match + genuine → approve (PROCEEDS); no_match or synthetic → block (transaction held, warn customer).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Live results from the prototype today: </a:t>
            </a:r>
            <a:r>
              <a:rPr lang="en-US" sz="14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genuine voice → match, similarity 0.987 (thr 0.53), deepfake real 0.008 (thr 0.62); attacker TTS → no_match, 0.151, deepfake synthetic 0.999, per-4s synthetic segments flagged.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Tools used: </a:t>
            </a:r>
            <a:r>
              <a:rPr lang="en-US" sz="14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DetectifAI (verify + deepfake detection) · FastAPI/Python · edge-tts (team-generated attacker voice) · ffmpeg · Render · GitHub · built with an AI coding assistant (Codebuff/Claude Code).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7" descr="compare-viz.png"/>
          <p:cNvPicPr/>
          <p:nvPr/>
        </p:nvPicPr>
        <p:blipFill>
          <a:blip r:embed="rId1"/>
          <a:stretch/>
        </p:blipFill>
        <p:spPr>
          <a:xfrm>
            <a:off x="6990480" y="2203200"/>
            <a:ext cx="5091120" cy="208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640080" y="384120"/>
            <a:ext cx="10514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9F6E"/>
                </a:solidFill>
                <a:effectLst/>
                <a:uFillTx/>
                <a:latin typeface="Segoe UI"/>
              </a:rPr>
              <a:t>SLIDE 4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621720" y="71316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Impact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4"/>
          <p:cNvSpPr/>
          <p:nvPr/>
        </p:nvSpPr>
        <p:spPr>
          <a:xfrm>
            <a:off x="658440" y="1481400"/>
            <a:ext cx="913680" cy="45000"/>
          </a:xfrm>
          <a:prstGeom prst="rect">
            <a:avLst/>
          </a:prstGeom>
          <a:solidFill>
            <a:srgbClr val="0E9F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640080" y="63824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Judge link: https://unclone-verified-agent.onrender.com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640080" y="1828800"/>
            <a:ext cx="68572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Who it protects: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every customer on an outbound bank/NBFC/insurer verification call — the exact fraud moment DetectifAI itself was founded on.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What changes: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the imposter call ends </a:t>
            </a: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before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 the customer speaks a single secret; the genuine call gets a visible trust signal instead of anxiety.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Measured on the working prototype: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~2.5 s end-to-end per spoken turn; both decisions demonstrated live (approve 0.987 vs hold on 0.999-synthetic clone); no hardware, no customer onboarding beyond voice enrollment (15–60 s).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False-alarm posture: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red never locks the customer out — it steps up to an alternate verified channel (in-app confirmation), so friction is bounded.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7" descr="verdict-red.png"/>
          <p:cNvPicPr/>
          <p:nvPr/>
        </p:nvPicPr>
        <p:blipFill>
          <a:blip r:embed="rId1"/>
          <a:stretch/>
        </p:blipFill>
        <p:spPr>
          <a:xfrm>
            <a:off x="7726680" y="2788920"/>
            <a:ext cx="3931200" cy="1289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640080" y="384120"/>
            <a:ext cx="10514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E9F6E"/>
                </a:solidFill>
                <a:effectLst/>
                <a:uFillTx/>
                <a:latin typeface="Segoe UI"/>
              </a:rPr>
              <a:t>SLIDE 5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621720" y="713160"/>
            <a:ext cx="10972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Scale (incl. Day 2 plan)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4"/>
          <p:cNvSpPr/>
          <p:nvPr/>
        </p:nvSpPr>
        <p:spPr>
          <a:xfrm>
            <a:off x="658440" y="1481400"/>
            <a:ext cx="913680" cy="45000"/>
          </a:xfrm>
          <a:prstGeom prst="rect">
            <a:avLst/>
          </a:prstGeom>
          <a:solidFill>
            <a:srgbClr val="0E9F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640080" y="638244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Segoe UI"/>
              </a:rPr>
              <a:t>Judge link: https://unclone-verified-agent.onrender.com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640080" y="1828800"/>
            <a:ext cx="109720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6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Day 2 plan </a:t>
            </a:r>
            <a:r>
              <a:rPr lang="en-US" sz="16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(nine hours, judge-gap driven):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1. Streaming deepfake check —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feed the live call's audio continuously (DetectifAI's segment scoring already visualised in the UI) instead of per turn; deeper use of the API.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2. Verified-badge handshake —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extend to agent-to-agent: any voice agent presents/enrolls its voice; a protocol-level “verified agent” attestation both directions.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1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3. Phone channel path —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bridge the same check to PSTN/WhatsApp-audio calls (audio in → same API → same badge).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1500" b="1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Scale: </a:t>
            </a:r>
            <a:r>
              <a:rPr lang="en-US" sz="1500" b="0" u="none" strike="noStrike">
                <a:solidFill>
                  <a:srgbClr val="33415C"/>
                </a:solidFill>
                <a:effectLst/>
                <a:uFillTx/>
                <a:latin typeface="Segoe UI"/>
              </a:rPr>
              <a:t>per-turn check costs 50+50 credits and ~2.5 s today — cheap enough to run on every suspicious transaction; enrollment reuses banks' existing voice-consent flows; the badge client is one API wrapper any call surface can embed.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640080" y="571500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F1B2D"/>
                </a:solidFill>
                <a:effectLst/>
                <a:uFillTx/>
                <a:latin typeface="Segoe UI"/>
              </a:rPr>
              <a:t>Demo link (no login): </a:t>
            </a:r>
            <a:r>
              <a:rPr lang="en-US" sz="1700" b="1" u="none" strike="noStrike">
                <a:solidFill>
                  <a:srgbClr val="0E9F6E"/>
                </a:solidFill>
                <a:effectLst/>
                <a:uFillTx/>
                <a:latin typeface="Segoe UI"/>
              </a:rPr>
              <a:t>https://unclone-verified-agent.onrender.com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LibreOffice/26.8.1.1$Linux_X86_64 LibreOffice_project/0fee9b7af4ed8823fb6ed0b53e2a3e73b2087f4b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2026-10-16T18:01:34Z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